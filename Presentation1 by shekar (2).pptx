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C7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20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96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55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335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51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08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22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58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05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68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105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654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81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768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5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10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BC4F55-3573-4251-95E6-B200FEAC010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02F35C4-CDB5-4DD0-BC47-4AFEF15BC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6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606DBC-42FE-070E-53BA-BFB930A62950}"/>
              </a:ext>
            </a:extLst>
          </p:cNvPr>
          <p:cNvSpPr txBox="1"/>
          <p:nvPr/>
        </p:nvSpPr>
        <p:spPr>
          <a:xfrm>
            <a:off x="3490451" y="2782669"/>
            <a:ext cx="569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Notepad Application in C</a:t>
            </a:r>
          </a:p>
        </p:txBody>
      </p:sp>
    </p:spTree>
    <p:extLst>
      <p:ext uri="{BB962C8B-B14F-4D97-AF65-F5344CB8AC3E}">
        <p14:creationId xmlns:p14="http://schemas.microsoft.com/office/powerpoint/2010/main" val="18047735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301619-D8E0-D314-63F1-23B7C048A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36119"/>
              </p:ext>
            </p:extLst>
          </p:nvPr>
        </p:nvGraphicFramePr>
        <p:xfrm>
          <a:off x="3999271" y="1686154"/>
          <a:ext cx="9601200" cy="64008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3787765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1E3C78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Introduction</a:t>
                      </a:r>
                      <a:endParaRPr lang="en-IN" sz="3600" dirty="0">
                        <a:solidFill>
                          <a:srgbClr val="1E3C78"/>
                        </a:solidFill>
                        <a:latin typeface="Calibri Bold" panose="020F0702030404030204" pitchFamily="34" charset="0"/>
                        <a:ea typeface="Calibri Bold" panose="020F0702030404030204" pitchFamily="34" charset="0"/>
                        <a:cs typeface="Calibri Bold" panose="020F07020304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2538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E468449-8247-2122-37EA-71C8C9B77BEE}"/>
              </a:ext>
            </a:extLst>
          </p:cNvPr>
          <p:cNvSpPr txBox="1"/>
          <p:nvPr/>
        </p:nvSpPr>
        <p:spPr>
          <a:xfrm>
            <a:off x="1802674" y="2760616"/>
            <a:ext cx="7175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This project is a simple </a:t>
            </a:r>
            <a:r>
              <a:rPr lang="en-US" sz="2400" i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console-based text editor</a:t>
            </a:r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created using the C programming language.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It provides a menu-driven interface, making it easy for users to interact with different file operations.</a:t>
            </a:r>
            <a:endParaRPr lang="en-IN" sz="2400" dirty="0">
              <a:solidFill>
                <a:srgbClr val="333333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46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597F05-8E6F-84E2-FF16-62233BE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870113"/>
              </p:ext>
            </p:extLst>
          </p:nvPr>
        </p:nvGraphicFramePr>
        <p:xfrm>
          <a:off x="1865670" y="2959510"/>
          <a:ext cx="9601200" cy="228600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79917745"/>
                    </a:ext>
                  </a:extLst>
                </a:gridCol>
              </a:tblGrid>
              <a:tr h="45916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 Create files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 Edit text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 Save files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solidFill>
                            <a:srgbClr val="333333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Open existing files</a:t>
                      </a:r>
                      <a:br>
                        <a:rPr lang="en-US" sz="2400" dirty="0">
                          <a:solidFill>
                            <a:srgbClr val="333333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</a:br>
                      <a:br>
                        <a:rPr lang="en-US" sz="2400" dirty="0">
                          <a:solidFill>
                            <a:srgbClr val="333333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</a:br>
                      <a:endParaRPr lang="en-IN" sz="2400" dirty="0">
                        <a:solidFill>
                          <a:srgbClr val="333333"/>
                        </a:solidFill>
                        <a:latin typeface="Calibri Bold" panose="020F0702030404030204" pitchFamily="34" charset="0"/>
                        <a:ea typeface="Calibri Bold" panose="020F0702030404030204" pitchFamily="34" charset="0"/>
                        <a:cs typeface="Calibri Bold" panose="020F07020304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689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4FB305-C7E6-6FDB-673F-0834B85E4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555062"/>
              </p:ext>
            </p:extLst>
          </p:nvPr>
        </p:nvGraphicFramePr>
        <p:xfrm>
          <a:off x="4068097" y="1612490"/>
          <a:ext cx="9601200" cy="64008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39962246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1E3C78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Objectives</a:t>
                      </a:r>
                      <a:endParaRPr lang="en-IN" sz="3600" dirty="0">
                        <a:solidFill>
                          <a:srgbClr val="1E3C78"/>
                        </a:solidFill>
                        <a:latin typeface="Calibri Bold" panose="020F0702030404030204" pitchFamily="34" charset="0"/>
                        <a:ea typeface="Calibri Bold" panose="020F0702030404030204" pitchFamily="34" charset="0"/>
                        <a:cs typeface="Calibri Bold" panose="020F07020304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555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3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pattern="rectangle" dir="ou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9E15A4-F0A4-1C2E-BB6C-A1DB1871A48F}"/>
              </a:ext>
            </a:extLst>
          </p:cNvPr>
          <p:cNvSpPr txBox="1"/>
          <p:nvPr/>
        </p:nvSpPr>
        <p:spPr>
          <a:xfrm>
            <a:off x="3873910" y="1602658"/>
            <a:ext cx="4218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CC07E-6299-A356-0307-F04CB595D857}"/>
              </a:ext>
            </a:extLst>
          </p:cNvPr>
          <p:cNvSpPr txBox="1"/>
          <p:nvPr/>
        </p:nvSpPr>
        <p:spPr>
          <a:xfrm>
            <a:off x="1533833" y="3013501"/>
            <a:ext cx="7197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Beginners learning C programming often struggle to understand how file handling operations work in real applications.</a:t>
            </a:r>
            <a:endParaRPr lang="en-IN" sz="2400" dirty="0">
              <a:solidFill>
                <a:srgbClr val="333333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603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5E7CF7-D29B-2FF8-B7AF-0AE1CFECAE19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4033520"/>
          <a:ext cx="9601200" cy="36576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3727640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14687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B3E4BC-1819-489C-898A-38931B270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88784"/>
              </p:ext>
            </p:extLst>
          </p:nvPr>
        </p:nvGraphicFramePr>
        <p:xfrm>
          <a:off x="3320845" y="1692460"/>
          <a:ext cx="9601200" cy="64008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1240777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1E3C78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System Requirements</a:t>
                      </a:r>
                      <a:endParaRPr lang="en-IN" sz="3600" dirty="0">
                        <a:solidFill>
                          <a:srgbClr val="1E3C78"/>
                        </a:solidFill>
                        <a:latin typeface="Calibri Bold" panose="020F0702030404030204" pitchFamily="34" charset="0"/>
                        <a:ea typeface="Calibri Bold" panose="020F0702030404030204" pitchFamily="34" charset="0"/>
                        <a:cs typeface="Calibri Bold" panose="020F07020304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5502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9900F77-7BC6-4920-5603-64B6A0DEB1F7}"/>
              </a:ext>
            </a:extLst>
          </p:cNvPr>
          <p:cNvSpPr txBox="1"/>
          <p:nvPr/>
        </p:nvSpPr>
        <p:spPr>
          <a:xfrm>
            <a:off x="1563329" y="3016071"/>
            <a:ext cx="6725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Software: GCC Compiler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Hardware: Any basic PC</a:t>
            </a:r>
            <a:b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</a:br>
            <a:endParaRPr lang="en-IN" sz="2400" dirty="0">
              <a:solidFill>
                <a:srgbClr val="333333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43144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604C36-216B-218F-297A-FA0930B1C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644920"/>
              </p:ext>
            </p:extLst>
          </p:nvPr>
        </p:nvGraphicFramePr>
        <p:xfrm>
          <a:off x="4205748" y="1651327"/>
          <a:ext cx="9601200" cy="64008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3991642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>
                          <a:solidFill>
                            <a:srgbClr val="1E3C78"/>
                          </a:solidFill>
                          <a:latin typeface="Calibri Bold" panose="020F0702030404030204" pitchFamily="34" charset="0"/>
                          <a:ea typeface="Calibri Bold" panose="020F0702030404030204" pitchFamily="34" charset="0"/>
                          <a:cs typeface="Calibri Bold" panose="020F0702030404030204" pitchFamily="34" charset="0"/>
                        </a:rPr>
                        <a:t>Features</a:t>
                      </a:r>
                      <a:endParaRPr lang="en-IN" sz="3600" dirty="0">
                        <a:solidFill>
                          <a:srgbClr val="1E3C78"/>
                        </a:solidFill>
                        <a:latin typeface="Calibri Bold" panose="020F0702030404030204" pitchFamily="34" charset="0"/>
                        <a:ea typeface="Calibri Bold" panose="020F0702030404030204" pitchFamily="34" charset="0"/>
                        <a:cs typeface="Calibri Bold" panose="020F07020304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61797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D98C5A-2BB2-172F-4ED7-0E3DA435F2D8}"/>
              </a:ext>
            </a:extLst>
          </p:cNvPr>
          <p:cNvSpPr txBox="1"/>
          <p:nvPr/>
        </p:nvSpPr>
        <p:spPr>
          <a:xfrm>
            <a:off x="1976283" y="2753032"/>
            <a:ext cx="90456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Menu-driven application for ease of use.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Supports text file creation and modification.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User-friendly interface in the console.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Allows reading and editing of existing files.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Can append data without overwriting.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Can delete files directly from the program.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814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DA9656-5B4B-76B0-3D17-C5DF61AB4400}"/>
              </a:ext>
            </a:extLst>
          </p:cNvPr>
          <p:cNvSpPr txBox="1"/>
          <p:nvPr/>
        </p:nvSpPr>
        <p:spPr>
          <a:xfrm>
            <a:off x="3755923" y="1553497"/>
            <a:ext cx="4935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Program Structure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DCE273-8F0C-1BDD-486E-AF2635F2CDF4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4033520"/>
          <a:ext cx="9601200" cy="365760"/>
        </p:xfrm>
        <a:graphic>
          <a:graphicData uri="http://schemas.openxmlformats.org/drawingml/2006/table">
            <a:tbl>
              <a:tblPr/>
              <a:tblGrid>
                <a:gridCol w="9601200">
                  <a:extLst>
                    <a:ext uri="{9D8B030D-6E8A-4147-A177-3AD203B41FA5}">
                      <a16:colId xmlns:a16="http://schemas.microsoft.com/office/drawing/2014/main" val="3314934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55728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B7D2896-A219-050B-59CD-8A1374963F0D}"/>
              </a:ext>
            </a:extLst>
          </p:cNvPr>
          <p:cNvSpPr txBox="1"/>
          <p:nvPr/>
        </p:nvSpPr>
        <p:spPr>
          <a:xfrm>
            <a:off x="2001520" y="2968119"/>
            <a:ext cx="655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CreateFile</a:t>
            </a:r>
            <a:r>
              <a:rPr lang="en-US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 </a:t>
            </a:r>
            <a:r>
              <a:rPr lang="en-US" altLang="en-US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–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Create a new file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WriteToFile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 </a:t>
            </a:r>
            <a:r>
              <a:rPr lang="en-US" altLang="en-US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–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Write text to a file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Read File() </a:t>
            </a:r>
            <a:r>
              <a:rPr lang="en-US" altLang="en-US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–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Display file content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AppendToFile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 </a:t>
            </a:r>
            <a:r>
              <a:rPr lang="en-US" altLang="en-US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–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Add text to an existing file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DeleteFile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 </a:t>
            </a:r>
            <a:r>
              <a:rPr lang="en-US" altLang="en-US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–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Delete a file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EditFile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 </a:t>
            </a:r>
            <a:r>
              <a:rPr lang="en-US" altLang="en-US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–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Edit and update file content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EBEFF-9337-5771-5BDB-C7F1CA1B114F}"/>
              </a:ext>
            </a:extLst>
          </p:cNvPr>
          <p:cNvSpPr txBox="1"/>
          <p:nvPr/>
        </p:nvSpPr>
        <p:spPr>
          <a:xfrm>
            <a:off x="2001520" y="2737286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Functions implemented:</a:t>
            </a:r>
            <a:endParaRPr lang="en-IN" sz="2400" dirty="0">
              <a:solidFill>
                <a:srgbClr val="333333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6006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67B29-C549-E08C-0925-9E3C4E3FE9A8}"/>
              </a:ext>
            </a:extLst>
          </p:cNvPr>
          <p:cNvSpPr txBox="1"/>
          <p:nvPr/>
        </p:nvSpPr>
        <p:spPr>
          <a:xfrm>
            <a:off x="3931920" y="1757680"/>
            <a:ext cx="7081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Concepts used</a:t>
            </a:r>
            <a:endParaRPr lang="en-IN" sz="3600" b="1" dirty="0">
              <a:solidFill>
                <a:srgbClr val="1E3C78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0F342-8B87-00D4-50A4-3DF6C7CFEF22}"/>
              </a:ext>
            </a:extLst>
          </p:cNvPr>
          <p:cNvSpPr txBox="1"/>
          <p:nvPr/>
        </p:nvSpPr>
        <p:spPr>
          <a:xfrm>
            <a:off x="1889759" y="2824480"/>
            <a:ext cx="90338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File Handling: </a:t>
            </a:r>
            <a:r>
              <a:rPr lang="en-US" altLang="en-US" sz="240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US" altLang="en-US" sz="2400" dirty="0" err="1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fopen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(), </a:t>
            </a:r>
            <a:r>
              <a:rPr lang="en-US" altLang="en-US" sz="2400" dirty="0" err="1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fclose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(), </a:t>
            </a:r>
            <a:r>
              <a:rPr lang="en-US" altLang="en-US" sz="2400" dirty="0" err="1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fprintf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(), </a:t>
            </a:r>
            <a:r>
              <a:rPr lang="en-US" altLang="en-US" sz="2400" dirty="0" err="1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fscanf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Input/Output Functions: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US" altLang="en-US" sz="2400" dirty="0" err="1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printf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(), </a:t>
            </a:r>
            <a:r>
              <a:rPr lang="en-US" altLang="en-US" sz="2400" dirty="0" err="1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scanf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(), gets()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Loops: </a:t>
            </a:r>
            <a:r>
              <a:rPr lang="en-US" altLang="en-US" sz="240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while, do-while, for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Conditionals:</a:t>
            </a:r>
            <a:r>
              <a:rPr lang="en-US" altLang="en-US" sz="2400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 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if, switch-case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Functions: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 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Modular programming for menu operations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4166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C581E-E3FF-10E0-8FCB-68CFFC3DE06A}"/>
              </a:ext>
            </a:extLst>
          </p:cNvPr>
          <p:cNvSpPr txBox="1"/>
          <p:nvPr/>
        </p:nvSpPr>
        <p:spPr>
          <a:xfrm>
            <a:off x="4185920" y="1676400"/>
            <a:ext cx="419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D1F40-E47C-FA67-78B5-668368D41757}"/>
              </a:ext>
            </a:extLst>
          </p:cNvPr>
          <p:cNvSpPr txBox="1"/>
          <p:nvPr/>
        </p:nvSpPr>
        <p:spPr>
          <a:xfrm>
            <a:off x="1920240" y="3017520"/>
            <a:ext cx="7284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Simple and easy to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understand file handling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Menu-driven,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user-friendly interface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Demonstrates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basic C programming concepts</a:t>
            </a:r>
            <a:endParaRPr lang="en-US" altLang="en-US" sz="2400" dirty="0">
              <a:solidFill>
                <a:srgbClr val="333333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20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3E1541-5574-9668-89F5-677C8C1ABA94}"/>
              </a:ext>
            </a:extLst>
          </p:cNvPr>
          <p:cNvSpPr txBox="1"/>
          <p:nvPr/>
        </p:nvSpPr>
        <p:spPr>
          <a:xfrm>
            <a:off x="4277360" y="1666240"/>
            <a:ext cx="5862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02227-22DA-813D-B428-85724E2F19C0}"/>
              </a:ext>
            </a:extLst>
          </p:cNvPr>
          <p:cNvSpPr txBox="1"/>
          <p:nvPr/>
        </p:nvSpPr>
        <p:spPr>
          <a:xfrm>
            <a:off x="2865120" y="2814320"/>
            <a:ext cx="62382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Uses gets() → can cause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buffer overflow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Limited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error handling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Only works with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text files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, not binary files.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Console-based, no </a:t>
            </a:r>
            <a:r>
              <a:rPr lang="en-US" altLang="en-US" sz="2400" b="1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GUI support</a:t>
            </a:r>
            <a:r>
              <a:rPr lang="en-US" altLang="en-US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977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7794E8-304F-EF44-EFBF-3050C28DC790}"/>
              </a:ext>
            </a:extLst>
          </p:cNvPr>
          <p:cNvSpPr txBox="1"/>
          <p:nvPr/>
        </p:nvSpPr>
        <p:spPr>
          <a:xfrm>
            <a:off x="3456263" y="1702965"/>
            <a:ext cx="5545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1E3C78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Future Enhancements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4BCC8-BC64-33FD-0338-64909B492414}"/>
              </a:ext>
            </a:extLst>
          </p:cNvPr>
          <p:cNvSpPr txBox="1"/>
          <p:nvPr/>
        </p:nvSpPr>
        <p:spPr>
          <a:xfrm>
            <a:off x="2650921" y="2910980"/>
            <a:ext cx="5981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rgbClr val="333333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GUI version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Search feature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Save last opened file</a:t>
            </a:r>
            <a:endParaRPr lang="en-IN" sz="2400" dirty="0">
              <a:solidFill>
                <a:srgbClr val="333333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6734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CCAF7D5-2AD8-4BDF-BE92-13524EA04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C92429-C2FF-43F8-9F54-FF73D127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35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8E75E6-FD49-46E3-B23E-9D5C9711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28539"/>
            <a:ext cx="10905066" cy="5600922"/>
          </a:xfrm>
          <a:prstGeom prst="rect">
            <a:avLst/>
          </a:prstGeom>
          <a:solidFill>
            <a:schemeClr val="accent6"/>
          </a:solidFill>
          <a:ln cap="sq">
            <a:noFill/>
            <a:miter lim="800000"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contourClr>
              <a:schemeClr val="accent6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EE6BA1-F87F-4073-B5AB-365A42AD3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790956"/>
            <a:ext cx="10579608" cy="527608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45457-D834-51DE-6056-B4F0E1FB3055}"/>
              </a:ext>
            </a:extLst>
          </p:cNvPr>
          <p:cNvSpPr txBox="1"/>
          <p:nvPr/>
        </p:nvSpPr>
        <p:spPr>
          <a:xfrm>
            <a:off x="1304330" y="1275587"/>
            <a:ext cx="9596842" cy="3319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B678A5-A064-46A6-817F-AE02396C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551" y="4769963"/>
            <a:ext cx="130089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047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182</TotalTime>
  <Words>281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 Bold</vt:lpstr>
      <vt:lpstr>Garamond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 lash</dc:creator>
  <cp:lastModifiedBy>24B11CS515</cp:lastModifiedBy>
  <cp:revision>5</cp:revision>
  <dcterms:created xsi:type="dcterms:W3CDTF">2025-12-09T16:20:21Z</dcterms:created>
  <dcterms:modified xsi:type="dcterms:W3CDTF">2025-12-19T16:38:50Z</dcterms:modified>
</cp:coreProperties>
</file>